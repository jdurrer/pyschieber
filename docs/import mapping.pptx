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E3C37D-9012-48BE-F1A5-56CA044B0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01804B5-FB5A-8AF5-49F3-4866575A3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DD4776-3DF0-10F7-0869-25584011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F0890-9F51-4F36-84FD-063D3D9527B8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16539E-28E9-67C5-E9F0-E79B03239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C9AD7F-CF49-1A6D-84E0-1D4B577B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E70E-152B-40BF-B027-49008CA85C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09021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2A00CE-00A7-7696-30CF-4993C98A2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4998E3-5548-C61F-D512-8065B5A12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76D0D6-94B1-36B5-3BC9-71C39E84F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F0890-9F51-4F36-84FD-063D3D9527B8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95D81D-5CA8-72BB-E1D8-267D97293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19271D-02FC-3D9F-1D0A-C1941AF0F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E70E-152B-40BF-B027-49008CA85C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52196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094C6D-1688-65D3-B889-11506798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DC067B-6200-AACE-1C74-31C4A67E1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88720F-1101-B35C-3373-2B62907FC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F0890-9F51-4F36-84FD-063D3D9527B8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B54608-0DE0-C512-BE5B-DC056E610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4B3423-4EF3-A1B8-5CB6-2D3702439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E70E-152B-40BF-B027-49008CA85C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9856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449938-EAE4-9329-66AB-3C6366DA3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E1DF65-1BC0-9645-688C-BB3F489B21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6568F25-830B-9ADB-3AE2-B241CF015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11B92E0-8710-1DD9-2974-5F8BBFBFC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F0890-9F51-4F36-84FD-063D3D9527B8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1F0F2C-13E9-F98E-4DD1-EEFB48A4F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B9161FE-C44B-5CB2-8659-5E1F61FAF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E70E-152B-40BF-B027-49008CA85C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09914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4FBF5B-8EFC-25D3-D934-6FFE258A0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B48DB3-092C-F09F-A338-660B5BDD7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6B3EC41-3221-EFF9-F42D-FBF190F57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B085BA2-C3F3-0839-A547-E91A6E9013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CAFB871-7334-1CAC-342B-C2AD562D21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9F04340-864B-DD8B-CAD2-6A48A468A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F0890-9F51-4F36-84FD-063D3D9527B8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F1C6195-5F61-B3D7-7E17-D8CB3A3C9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3CFAC85-9342-A8E1-758A-E3142E028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E70E-152B-40BF-B027-49008CA85C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96658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C1B6AA-6BA7-6A68-D84B-8FB73DE04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8DDDB8-9FD8-77FA-1903-E3FF54A3D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F0890-9F51-4F36-84FD-063D3D9527B8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65F880-5C5B-D213-23AD-9C0291FC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F59A5A5-3423-EAC7-BE58-0BD7EFC16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E70E-152B-40BF-B027-49008CA85C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10160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13DB947-23E1-2B28-D661-211F55FA5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F0890-9F51-4F36-84FD-063D3D9527B8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388297A-9A3B-4019-EB4E-CADA414E3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DFD8569-C344-2075-7B70-08462927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E70E-152B-40BF-B027-49008CA85C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3525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6A7671-39E6-5DD3-67FB-4FD717418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09187D-1A9B-4B02-1377-A303F6102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535A27C-51A7-F675-25C6-054AA3C46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429C7E8-29A0-A904-8BBD-988635E98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F0890-9F51-4F36-84FD-063D3D9527B8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F241BAC-2556-E793-C57C-AAC274019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9843424-880A-003F-EFCB-3409B0AD0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E70E-152B-40BF-B027-49008CA85C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10445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EFC32D-97C0-8C70-176C-E691489EF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F56261A-18B1-76E9-41B4-3CFFC668A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322D32-D45A-B9B0-23BF-24FBC6B63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149DCC6-2113-71F2-2C6A-59F8B98DB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F0890-9F51-4F36-84FD-063D3D9527B8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760A4A-61E0-FADF-3F03-07C311C41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ADB959D-8C28-FCB1-C0FE-98179AF9C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E70E-152B-40BF-B027-49008CA85C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03252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BD0B49-A9E9-D75B-A0E2-BAC902002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2872177-D8B5-5310-C7F0-BEA384692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C06102-B238-B81E-E552-B5E378710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F0890-9F51-4F36-84FD-063D3D9527B8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E31D98-4987-4E78-DFED-3DB8B6100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658190-8659-C5C4-296C-FD5FC1D01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E70E-152B-40BF-B027-49008CA85C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4095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A4D4D84-F76E-0C29-C632-0DF1BB33A2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0979117-AC6F-EA69-BBB6-178737840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A23DFE-B6C3-83EA-28A9-132E421A1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F0890-9F51-4F36-84FD-063D3D9527B8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61C411-8BEA-8D9B-BAD7-2E27298FF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55B02D-DA52-2110-DFAA-80EB1C732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E70E-152B-40BF-B027-49008CA85C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12566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612B897-69BF-E0F0-CE39-A7D674C9E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FAA063-C645-D5A9-2F9E-18312DC8C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08306B-1A7B-F632-BE02-B3BBD99583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F0890-9F51-4F36-84FD-063D3D9527B8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4AF562-622C-6B7F-51A8-D60FD1B73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792D08-1FA3-ECB9-E47F-EE54F7C3D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81E70E-152B-40BF-B027-49008CA85C0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4307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640830-0270-B081-A9B4-5929E3F58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Descriptions</a:t>
            </a:r>
            <a:endParaRPr lang="de-CH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3B992E7-4C31-BF06-30FE-60C87D666D23}"/>
              </a:ext>
            </a:extLst>
          </p:cNvPr>
          <p:cNvSpPr/>
          <p:nvPr/>
        </p:nvSpPr>
        <p:spPr>
          <a:xfrm>
            <a:off x="2247900" y="2336800"/>
            <a:ext cx="1689100" cy="952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A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DB2C0F2-1655-7912-24F2-F51D56E425C6}"/>
              </a:ext>
            </a:extLst>
          </p:cNvPr>
          <p:cNvSpPr/>
          <p:nvPr/>
        </p:nvSpPr>
        <p:spPr>
          <a:xfrm>
            <a:off x="6959600" y="2336800"/>
            <a:ext cx="1689100" cy="952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B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872F2E43-0491-3109-A7B4-C932B659FEEC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937000" y="2813050"/>
            <a:ext cx="3022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D21C101C-D842-54DA-C99B-56DA38CF9226}"/>
              </a:ext>
            </a:extLst>
          </p:cNvPr>
          <p:cNvSpPr txBox="1"/>
          <p:nvPr/>
        </p:nvSpPr>
        <p:spPr>
          <a:xfrm>
            <a:off x="4584922" y="2336800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/>
              <a:t>Script</a:t>
            </a:r>
            <a:r>
              <a:rPr lang="de-CH" dirty="0"/>
              <a:t> A </a:t>
            </a:r>
            <a:r>
              <a:rPr lang="de-CH" dirty="0" err="1"/>
              <a:t>uses</a:t>
            </a:r>
            <a:r>
              <a:rPr lang="de-CH" dirty="0"/>
              <a:t> B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E9AF14D-BC91-B1C2-EADB-687F37FBB4B9}"/>
              </a:ext>
            </a:extLst>
          </p:cNvPr>
          <p:cNvSpPr txBox="1"/>
          <p:nvPr/>
        </p:nvSpPr>
        <p:spPr>
          <a:xfrm>
            <a:off x="3937000" y="5162550"/>
            <a:ext cx="6260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be</a:t>
            </a:r>
            <a:r>
              <a:rPr lang="de-CH" dirty="0"/>
              <a:t> </a:t>
            </a:r>
            <a:r>
              <a:rPr lang="de-CH" dirty="0" err="1"/>
              <a:t>redone</a:t>
            </a:r>
            <a:r>
              <a:rPr lang="de-CH" dirty="0"/>
              <a:t> </a:t>
            </a:r>
            <a:r>
              <a:rPr lang="de-CH" dirty="0" err="1"/>
              <a:t>with</a:t>
            </a:r>
            <a:r>
              <a:rPr lang="de-CH" dirty="0"/>
              <a:t> type </a:t>
            </a:r>
            <a:r>
              <a:rPr lang="de-CH" dirty="0" err="1"/>
              <a:t>hinting</a:t>
            </a:r>
            <a:r>
              <a:rPr lang="de-CH" dirty="0"/>
              <a:t> </a:t>
            </a:r>
            <a:r>
              <a:rPr lang="de-CH" dirty="0" err="1"/>
              <a:t>imports</a:t>
            </a:r>
            <a:r>
              <a:rPr lang="de-CH" dirty="0"/>
              <a:t> </a:t>
            </a:r>
            <a:r>
              <a:rPr lang="de-CH" dirty="0" err="1"/>
              <a:t>removed</a:t>
            </a:r>
            <a:r>
              <a:rPr lang="de-CH" dirty="0"/>
              <a:t> and </a:t>
            </a:r>
            <a:r>
              <a:rPr lang="de-CH" dirty="0" err="1"/>
              <a:t>improved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2350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E8EE6BBF-9858-670E-9076-BE19FC2AC074}"/>
              </a:ext>
            </a:extLst>
          </p:cNvPr>
          <p:cNvSpPr/>
          <p:nvPr/>
        </p:nvSpPr>
        <p:spPr>
          <a:xfrm>
            <a:off x="-2463654" y="-3495368"/>
            <a:ext cx="25205608" cy="2070673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8909DC4E-D12D-BBEE-6AA3-A58EA2AA18C8}"/>
              </a:ext>
            </a:extLst>
          </p:cNvPr>
          <p:cNvSpPr/>
          <p:nvPr/>
        </p:nvSpPr>
        <p:spPr>
          <a:xfrm>
            <a:off x="3904287" y="739711"/>
            <a:ext cx="1403288" cy="6427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ysClr val="windowText" lastClr="000000"/>
                </a:solidFill>
              </a:rPr>
              <a:t>card</a:t>
            </a:r>
            <a:endParaRPr lang="de-CH" dirty="0">
              <a:solidFill>
                <a:sysClr val="windowText" lastClr="000000"/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5ED8EE0-C4A0-6CFE-547D-F03D70B549D8}"/>
              </a:ext>
            </a:extLst>
          </p:cNvPr>
          <p:cNvSpPr/>
          <p:nvPr/>
        </p:nvSpPr>
        <p:spPr>
          <a:xfrm>
            <a:off x="9864413" y="739711"/>
            <a:ext cx="1403288" cy="6427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ysClr val="windowText" lastClr="000000"/>
                </a:solidFill>
              </a:rPr>
              <a:t>dealer</a:t>
            </a:r>
            <a:endParaRPr lang="de-CH" dirty="0">
              <a:solidFill>
                <a:sysClr val="windowText" lastClr="000000"/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CA5EC2E6-E903-CCFE-CEC2-95A58817B491}"/>
              </a:ext>
            </a:extLst>
          </p:cNvPr>
          <p:cNvSpPr/>
          <p:nvPr/>
        </p:nvSpPr>
        <p:spPr>
          <a:xfrm>
            <a:off x="7471656" y="735175"/>
            <a:ext cx="1403288" cy="6427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ysClr val="windowText" lastClr="000000"/>
                </a:solidFill>
              </a:rPr>
              <a:t>deck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CFDFB45F-6D81-0428-A893-BB84CCE93745}"/>
              </a:ext>
            </a:extLst>
          </p:cNvPr>
          <p:cNvSpPr/>
          <p:nvPr/>
        </p:nvSpPr>
        <p:spPr>
          <a:xfrm>
            <a:off x="14970725" y="2489698"/>
            <a:ext cx="1403288" cy="6427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ysClr val="windowText" lastClr="000000"/>
                </a:solidFill>
              </a:rPr>
              <a:t>game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0D3A468-22A1-912E-F45C-263A7B1A3B06}"/>
              </a:ext>
            </a:extLst>
          </p:cNvPr>
          <p:cNvSpPr/>
          <p:nvPr/>
        </p:nvSpPr>
        <p:spPr>
          <a:xfrm>
            <a:off x="10002314" y="4872414"/>
            <a:ext cx="1403288" cy="6427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ysClr val="windowText" lastClr="000000"/>
                </a:solidFill>
              </a:rPr>
              <a:t>stich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8BB9A175-E6C2-1ED6-AEF9-BE5FD9CFACB1}"/>
              </a:ext>
            </a:extLst>
          </p:cNvPr>
          <p:cNvSpPr/>
          <p:nvPr/>
        </p:nvSpPr>
        <p:spPr>
          <a:xfrm>
            <a:off x="1698126" y="-700468"/>
            <a:ext cx="1403288" cy="6427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ysClr val="windowText" lastClr="000000"/>
                </a:solidFill>
              </a:rPr>
              <a:t>suit</a:t>
            </a:r>
            <a:endParaRPr lang="de-CH" dirty="0">
              <a:solidFill>
                <a:sysClr val="windowText" lastClr="000000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968C7BD-8DC8-CDAB-188E-D7C0026A8193}"/>
              </a:ext>
            </a:extLst>
          </p:cNvPr>
          <p:cNvSpPr/>
          <p:nvPr/>
        </p:nvSpPr>
        <p:spPr>
          <a:xfrm>
            <a:off x="10019112" y="5796891"/>
            <a:ext cx="1403288" cy="6427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ysClr val="windowText" lastClr="000000"/>
                </a:solidFill>
              </a:rPr>
              <a:t>team</a:t>
            </a:r>
            <a:endParaRPr lang="de-CH" dirty="0">
              <a:solidFill>
                <a:sysClr val="windowText" lastClr="000000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C8B6FEC-D57C-5754-E340-B956DD86B086}"/>
              </a:ext>
            </a:extLst>
          </p:cNvPr>
          <p:cNvSpPr/>
          <p:nvPr/>
        </p:nvSpPr>
        <p:spPr>
          <a:xfrm>
            <a:off x="17353517" y="3197938"/>
            <a:ext cx="1403288" cy="6427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ysClr val="windowText" lastClr="000000"/>
                </a:solidFill>
              </a:rPr>
              <a:t>tournament</a:t>
            </a:r>
            <a:endParaRPr lang="de-CH" dirty="0">
              <a:solidFill>
                <a:sysClr val="windowText" lastClr="000000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7B8D251C-B47A-51C8-9B2F-CDD27F634F89}"/>
              </a:ext>
            </a:extLst>
          </p:cNvPr>
          <p:cNvSpPr/>
          <p:nvPr/>
        </p:nvSpPr>
        <p:spPr>
          <a:xfrm>
            <a:off x="1698126" y="735835"/>
            <a:ext cx="1403288" cy="6427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ysClr val="windowText" lastClr="000000"/>
                </a:solidFill>
              </a:rPr>
              <a:t>trumpf</a:t>
            </a:r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E9A51E75-A269-AAA5-464A-F41291DB07A2}"/>
              </a:ext>
            </a:extLst>
          </p:cNvPr>
          <p:cNvCxnSpPr>
            <a:stCxn id="17" idx="1"/>
            <a:endCxn id="23" idx="3"/>
          </p:cNvCxnSpPr>
          <p:nvPr/>
        </p:nvCxnSpPr>
        <p:spPr>
          <a:xfrm flipH="1" flipV="1">
            <a:off x="3101414" y="-379070"/>
            <a:ext cx="802873" cy="1440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60775925-1B5A-6A07-E4B5-47E2D560C36A}"/>
              </a:ext>
            </a:extLst>
          </p:cNvPr>
          <p:cNvCxnSpPr>
            <a:stCxn id="17" idx="1"/>
            <a:endCxn id="26" idx="3"/>
          </p:cNvCxnSpPr>
          <p:nvPr/>
        </p:nvCxnSpPr>
        <p:spPr>
          <a:xfrm flipH="1" flipV="1">
            <a:off x="3101414" y="1057233"/>
            <a:ext cx="802873" cy="3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hteck 34">
            <a:extLst>
              <a:ext uri="{FF2B5EF4-FFF2-40B4-BE49-F238E27FC236}">
                <a16:creationId xmlns:a16="http://schemas.microsoft.com/office/drawing/2014/main" id="{1D529D40-3781-27C9-C1A5-DCC8118101D7}"/>
              </a:ext>
            </a:extLst>
          </p:cNvPr>
          <p:cNvSpPr/>
          <p:nvPr/>
        </p:nvSpPr>
        <p:spPr>
          <a:xfrm>
            <a:off x="6096000" y="4205577"/>
            <a:ext cx="2022444" cy="6427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ysClr val="windowText" lastClr="000000"/>
                </a:solidFill>
              </a:rPr>
              <a:t>Player.BasePlayer</a:t>
            </a:r>
            <a:endParaRPr lang="de-CH" dirty="0">
              <a:solidFill>
                <a:sysClr val="windowText" lastClr="000000"/>
              </a:solidFill>
            </a:endParaRP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158069A6-5F15-6597-4268-DFC59C9EE49B}"/>
              </a:ext>
            </a:extLst>
          </p:cNvPr>
          <p:cNvCxnSpPr>
            <a:cxnSpLocks/>
            <a:stCxn id="18" idx="1"/>
            <a:endCxn id="35" idx="3"/>
          </p:cNvCxnSpPr>
          <p:nvPr/>
        </p:nvCxnSpPr>
        <p:spPr>
          <a:xfrm flipH="1">
            <a:off x="8118444" y="1061109"/>
            <a:ext cx="1745969" cy="3465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14973D24-4F73-74F1-7BA5-ACBF6D84C409}"/>
              </a:ext>
            </a:extLst>
          </p:cNvPr>
          <p:cNvCxnSpPr>
            <a:stCxn id="18" idx="1"/>
            <a:endCxn id="20" idx="3"/>
          </p:cNvCxnSpPr>
          <p:nvPr/>
        </p:nvCxnSpPr>
        <p:spPr>
          <a:xfrm flipH="1" flipV="1">
            <a:off x="8874944" y="1056573"/>
            <a:ext cx="989469" cy="4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23B8322F-E36B-0B31-B7A9-313BA6B983D1}"/>
              </a:ext>
            </a:extLst>
          </p:cNvPr>
          <p:cNvCxnSpPr>
            <a:stCxn id="20" idx="1"/>
            <a:endCxn id="17" idx="3"/>
          </p:cNvCxnSpPr>
          <p:nvPr/>
        </p:nvCxnSpPr>
        <p:spPr>
          <a:xfrm flipH="1">
            <a:off x="5307575" y="1056573"/>
            <a:ext cx="2164081" cy="4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A0327E59-EC61-6F91-EF85-68F88CC7B15C}"/>
              </a:ext>
            </a:extLst>
          </p:cNvPr>
          <p:cNvCxnSpPr>
            <a:cxnSpLocks/>
            <a:stCxn id="20" idx="1"/>
            <a:endCxn id="23" idx="3"/>
          </p:cNvCxnSpPr>
          <p:nvPr/>
        </p:nvCxnSpPr>
        <p:spPr>
          <a:xfrm flipH="1" flipV="1">
            <a:off x="3101414" y="-379070"/>
            <a:ext cx="4370242" cy="14356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FC169769-D171-2DD6-469A-7185691042E7}"/>
              </a:ext>
            </a:extLst>
          </p:cNvPr>
          <p:cNvCxnSpPr>
            <a:cxnSpLocks/>
            <a:stCxn id="21" idx="1"/>
            <a:endCxn id="24" idx="3"/>
          </p:cNvCxnSpPr>
          <p:nvPr/>
        </p:nvCxnSpPr>
        <p:spPr>
          <a:xfrm flipH="1">
            <a:off x="11422400" y="2811096"/>
            <a:ext cx="3548325" cy="3307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788355BB-0EA2-39C3-B430-2669B3DBB87C}"/>
              </a:ext>
            </a:extLst>
          </p:cNvPr>
          <p:cNvCxnSpPr>
            <a:cxnSpLocks/>
            <a:stCxn id="21" idx="1"/>
            <a:endCxn id="35" idx="3"/>
          </p:cNvCxnSpPr>
          <p:nvPr/>
        </p:nvCxnSpPr>
        <p:spPr>
          <a:xfrm flipH="1">
            <a:off x="8118444" y="2811096"/>
            <a:ext cx="6852281" cy="1715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3072C1DD-B35B-699E-0BC9-DFE794DD0C39}"/>
              </a:ext>
            </a:extLst>
          </p:cNvPr>
          <p:cNvCxnSpPr>
            <a:stCxn id="21" idx="1"/>
            <a:endCxn id="17" idx="3"/>
          </p:cNvCxnSpPr>
          <p:nvPr/>
        </p:nvCxnSpPr>
        <p:spPr>
          <a:xfrm flipH="1" flipV="1">
            <a:off x="5307575" y="1061109"/>
            <a:ext cx="9663150" cy="174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63339EAF-AD71-D52A-1404-AE2916468EFF}"/>
              </a:ext>
            </a:extLst>
          </p:cNvPr>
          <p:cNvCxnSpPr>
            <a:cxnSpLocks/>
            <a:stCxn id="21" idx="1"/>
            <a:endCxn id="18" idx="3"/>
          </p:cNvCxnSpPr>
          <p:nvPr/>
        </p:nvCxnSpPr>
        <p:spPr>
          <a:xfrm flipH="1" flipV="1">
            <a:off x="11267701" y="1061109"/>
            <a:ext cx="3703024" cy="174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hteck 92">
            <a:extLst>
              <a:ext uri="{FF2B5EF4-FFF2-40B4-BE49-F238E27FC236}">
                <a16:creationId xmlns:a16="http://schemas.microsoft.com/office/drawing/2014/main" id="{FB458983-13DA-4E82-3265-C08FDD6998BE}"/>
              </a:ext>
            </a:extLst>
          </p:cNvPr>
          <p:cNvSpPr/>
          <p:nvPr/>
        </p:nvSpPr>
        <p:spPr>
          <a:xfrm>
            <a:off x="1297705" y="3716911"/>
            <a:ext cx="2126000" cy="64279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ysClr val="windowText" lastClr="000000"/>
                </a:solidFill>
              </a:rPr>
              <a:t>Rules.stich_rules</a:t>
            </a:r>
            <a:endParaRPr lang="de-CH" dirty="0">
              <a:solidFill>
                <a:sysClr val="windowText" lastClr="000000"/>
              </a:solidFill>
            </a:endParaRPr>
          </a:p>
        </p:txBody>
      </p: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6432CE8C-91D7-30FA-8511-A21694E8BCB9}"/>
              </a:ext>
            </a:extLst>
          </p:cNvPr>
          <p:cNvCxnSpPr>
            <a:cxnSpLocks/>
            <a:stCxn id="21" idx="1"/>
            <a:endCxn id="93" idx="3"/>
          </p:cNvCxnSpPr>
          <p:nvPr/>
        </p:nvCxnSpPr>
        <p:spPr>
          <a:xfrm flipH="1">
            <a:off x="3423705" y="2811096"/>
            <a:ext cx="11547020" cy="12272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hteck 95">
            <a:extLst>
              <a:ext uri="{FF2B5EF4-FFF2-40B4-BE49-F238E27FC236}">
                <a16:creationId xmlns:a16="http://schemas.microsoft.com/office/drawing/2014/main" id="{D11E9568-B54C-ECB7-55B8-5625131B801D}"/>
              </a:ext>
            </a:extLst>
          </p:cNvPr>
          <p:cNvSpPr/>
          <p:nvPr/>
        </p:nvSpPr>
        <p:spPr>
          <a:xfrm>
            <a:off x="9296400" y="7742759"/>
            <a:ext cx="2126000" cy="64279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ysClr val="windowText" lastClr="000000"/>
                </a:solidFill>
              </a:rPr>
              <a:t>Rules.trumpf_rules</a:t>
            </a:r>
            <a:endParaRPr lang="de-CH" dirty="0">
              <a:solidFill>
                <a:sysClr val="windowText" lastClr="000000"/>
              </a:solidFill>
            </a:endParaRPr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78647969-9132-E5E7-DF09-94F7DF5CEED7}"/>
              </a:ext>
            </a:extLst>
          </p:cNvPr>
          <p:cNvSpPr/>
          <p:nvPr/>
        </p:nvSpPr>
        <p:spPr>
          <a:xfrm>
            <a:off x="9296400" y="8593659"/>
            <a:ext cx="2126000" cy="64279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ysClr val="windowText" lastClr="000000"/>
                </a:solidFill>
              </a:rPr>
              <a:t>Rules.count_rules</a:t>
            </a:r>
            <a:endParaRPr lang="de-CH" dirty="0">
              <a:solidFill>
                <a:sysClr val="windowText" lastClr="000000"/>
              </a:solidFill>
            </a:endParaRPr>
          </a:p>
        </p:txBody>
      </p:sp>
      <p:cxnSp>
        <p:nvCxnSpPr>
          <p:cNvPr id="100" name="Gerade Verbindung mit Pfeil 99">
            <a:extLst>
              <a:ext uri="{FF2B5EF4-FFF2-40B4-BE49-F238E27FC236}">
                <a16:creationId xmlns:a16="http://schemas.microsoft.com/office/drawing/2014/main" id="{FB054F3B-5C4E-74E8-9190-5C8226AC82B8}"/>
              </a:ext>
            </a:extLst>
          </p:cNvPr>
          <p:cNvCxnSpPr>
            <a:stCxn id="21" idx="1"/>
            <a:endCxn id="26" idx="3"/>
          </p:cNvCxnSpPr>
          <p:nvPr/>
        </p:nvCxnSpPr>
        <p:spPr>
          <a:xfrm flipH="1" flipV="1">
            <a:off x="3101414" y="1057233"/>
            <a:ext cx="11869311" cy="1753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Gerade Verbindung mit Pfeil 101">
            <a:extLst>
              <a:ext uri="{FF2B5EF4-FFF2-40B4-BE49-F238E27FC236}">
                <a16:creationId xmlns:a16="http://schemas.microsoft.com/office/drawing/2014/main" id="{F35BE4B6-3C64-9332-A6F0-5039CC905605}"/>
              </a:ext>
            </a:extLst>
          </p:cNvPr>
          <p:cNvCxnSpPr>
            <a:cxnSpLocks/>
            <a:stCxn id="21" idx="1"/>
            <a:endCxn id="96" idx="3"/>
          </p:cNvCxnSpPr>
          <p:nvPr/>
        </p:nvCxnSpPr>
        <p:spPr>
          <a:xfrm flipH="1">
            <a:off x="11422400" y="2811096"/>
            <a:ext cx="3548325" cy="5253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Gerade Verbindung mit Pfeil 103">
            <a:extLst>
              <a:ext uri="{FF2B5EF4-FFF2-40B4-BE49-F238E27FC236}">
                <a16:creationId xmlns:a16="http://schemas.microsoft.com/office/drawing/2014/main" id="{4F690FE6-CA82-5D68-294C-DDBF1BD2C6A3}"/>
              </a:ext>
            </a:extLst>
          </p:cNvPr>
          <p:cNvCxnSpPr>
            <a:cxnSpLocks/>
            <a:stCxn id="21" idx="1"/>
            <a:endCxn id="98" idx="3"/>
          </p:cNvCxnSpPr>
          <p:nvPr/>
        </p:nvCxnSpPr>
        <p:spPr>
          <a:xfrm flipH="1">
            <a:off x="11422400" y="2811096"/>
            <a:ext cx="3548325" cy="6103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70930A9-C3EB-B875-5856-0A3DFA908963}"/>
              </a:ext>
            </a:extLst>
          </p:cNvPr>
          <p:cNvCxnSpPr>
            <a:cxnSpLocks/>
            <a:stCxn id="21" idx="1"/>
            <a:endCxn id="22" idx="3"/>
          </p:cNvCxnSpPr>
          <p:nvPr/>
        </p:nvCxnSpPr>
        <p:spPr>
          <a:xfrm flipH="1">
            <a:off x="11405602" y="2811096"/>
            <a:ext cx="3565123" cy="2382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Gerade Verbindung mit Pfeil 127">
            <a:extLst>
              <a:ext uri="{FF2B5EF4-FFF2-40B4-BE49-F238E27FC236}">
                <a16:creationId xmlns:a16="http://schemas.microsoft.com/office/drawing/2014/main" id="{C0655126-3A57-AC1B-6C84-4FB995AEF467}"/>
              </a:ext>
            </a:extLst>
          </p:cNvPr>
          <p:cNvCxnSpPr>
            <a:cxnSpLocks/>
            <a:stCxn id="22" idx="1"/>
            <a:endCxn id="17" idx="3"/>
          </p:cNvCxnSpPr>
          <p:nvPr/>
        </p:nvCxnSpPr>
        <p:spPr>
          <a:xfrm flipH="1" flipV="1">
            <a:off x="5307575" y="1061109"/>
            <a:ext cx="4694739" cy="41327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2A8D6447-1835-D6E2-4A65-ADC46DB3CCFC}"/>
              </a:ext>
            </a:extLst>
          </p:cNvPr>
          <p:cNvCxnSpPr>
            <a:stCxn id="22" idx="1"/>
            <a:endCxn id="26" idx="3"/>
          </p:cNvCxnSpPr>
          <p:nvPr/>
        </p:nvCxnSpPr>
        <p:spPr>
          <a:xfrm flipH="1" flipV="1">
            <a:off x="3101414" y="1057233"/>
            <a:ext cx="6900900" cy="4136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Gerade Verbindung mit Pfeil 132">
            <a:extLst>
              <a:ext uri="{FF2B5EF4-FFF2-40B4-BE49-F238E27FC236}">
                <a16:creationId xmlns:a16="http://schemas.microsoft.com/office/drawing/2014/main" id="{1EC7C7FA-0EAB-5ADF-21C1-36430C9A8CDB}"/>
              </a:ext>
            </a:extLst>
          </p:cNvPr>
          <p:cNvCxnSpPr>
            <a:cxnSpLocks/>
            <a:stCxn id="22" idx="1"/>
            <a:endCxn id="35" idx="3"/>
          </p:cNvCxnSpPr>
          <p:nvPr/>
        </p:nvCxnSpPr>
        <p:spPr>
          <a:xfrm flipH="1" flipV="1">
            <a:off x="8118444" y="4526975"/>
            <a:ext cx="1883870" cy="666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Gerade Verbindung mit Pfeil 148">
            <a:extLst>
              <a:ext uri="{FF2B5EF4-FFF2-40B4-BE49-F238E27FC236}">
                <a16:creationId xmlns:a16="http://schemas.microsoft.com/office/drawing/2014/main" id="{A040CA54-3EBB-194F-AE60-90E2E8F7579C}"/>
              </a:ext>
            </a:extLst>
          </p:cNvPr>
          <p:cNvCxnSpPr>
            <a:stCxn id="24" idx="1"/>
            <a:endCxn id="35" idx="3"/>
          </p:cNvCxnSpPr>
          <p:nvPr/>
        </p:nvCxnSpPr>
        <p:spPr>
          <a:xfrm flipH="1" flipV="1">
            <a:off x="8118444" y="4526975"/>
            <a:ext cx="1900668" cy="1591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Gerade Verbindung mit Pfeil 154">
            <a:extLst>
              <a:ext uri="{FF2B5EF4-FFF2-40B4-BE49-F238E27FC236}">
                <a16:creationId xmlns:a16="http://schemas.microsoft.com/office/drawing/2014/main" id="{CD4A3AFE-F3F7-495D-708E-E2AD2CBE2C20}"/>
              </a:ext>
            </a:extLst>
          </p:cNvPr>
          <p:cNvCxnSpPr>
            <a:stCxn id="25" idx="1"/>
            <a:endCxn id="35" idx="3"/>
          </p:cNvCxnSpPr>
          <p:nvPr/>
        </p:nvCxnSpPr>
        <p:spPr>
          <a:xfrm flipH="1">
            <a:off x="8118444" y="3519336"/>
            <a:ext cx="9235073" cy="1007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Gerade Verbindung mit Pfeil 156">
            <a:extLst>
              <a:ext uri="{FF2B5EF4-FFF2-40B4-BE49-F238E27FC236}">
                <a16:creationId xmlns:a16="http://schemas.microsoft.com/office/drawing/2014/main" id="{15C2526E-7F80-D41E-3A02-0077C34DAC20}"/>
              </a:ext>
            </a:extLst>
          </p:cNvPr>
          <p:cNvCxnSpPr>
            <a:stCxn id="25" idx="1"/>
            <a:endCxn id="24" idx="3"/>
          </p:cNvCxnSpPr>
          <p:nvPr/>
        </p:nvCxnSpPr>
        <p:spPr>
          <a:xfrm flipH="1">
            <a:off x="11422400" y="3519336"/>
            <a:ext cx="5931117" cy="25989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Gerade Verbindung mit Pfeil 182">
            <a:extLst>
              <a:ext uri="{FF2B5EF4-FFF2-40B4-BE49-F238E27FC236}">
                <a16:creationId xmlns:a16="http://schemas.microsoft.com/office/drawing/2014/main" id="{A9376D72-82A3-F155-E16C-04EDBECF0369}"/>
              </a:ext>
            </a:extLst>
          </p:cNvPr>
          <p:cNvCxnSpPr>
            <a:stCxn id="25" idx="1"/>
            <a:endCxn id="21" idx="3"/>
          </p:cNvCxnSpPr>
          <p:nvPr/>
        </p:nvCxnSpPr>
        <p:spPr>
          <a:xfrm flipH="1" flipV="1">
            <a:off x="16374013" y="2811096"/>
            <a:ext cx="979504" cy="708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Rechteck 183">
            <a:extLst>
              <a:ext uri="{FF2B5EF4-FFF2-40B4-BE49-F238E27FC236}">
                <a16:creationId xmlns:a16="http://schemas.microsoft.com/office/drawing/2014/main" id="{F420F1CF-C5DB-B08E-7DB1-DD120F6167CE}"/>
              </a:ext>
            </a:extLst>
          </p:cNvPr>
          <p:cNvSpPr/>
          <p:nvPr/>
        </p:nvSpPr>
        <p:spPr>
          <a:xfrm>
            <a:off x="19535036" y="1857648"/>
            <a:ext cx="2022444" cy="6427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ysClr val="windowText" lastClr="000000"/>
                </a:solidFill>
              </a:rPr>
              <a:t>Example.main</a:t>
            </a:r>
            <a:endParaRPr lang="de-CH" dirty="0">
              <a:solidFill>
                <a:sysClr val="windowText" lastClr="000000"/>
              </a:solidFill>
            </a:endParaRPr>
          </a:p>
        </p:txBody>
      </p:sp>
      <p:cxnSp>
        <p:nvCxnSpPr>
          <p:cNvPr id="186" name="Gerade Verbindung mit Pfeil 185">
            <a:extLst>
              <a:ext uri="{FF2B5EF4-FFF2-40B4-BE49-F238E27FC236}">
                <a16:creationId xmlns:a16="http://schemas.microsoft.com/office/drawing/2014/main" id="{5D4EC761-E33D-C0B0-E49F-43538DD40DF1}"/>
              </a:ext>
            </a:extLst>
          </p:cNvPr>
          <p:cNvCxnSpPr>
            <a:stCxn id="184" idx="1"/>
            <a:endCxn id="25" idx="3"/>
          </p:cNvCxnSpPr>
          <p:nvPr/>
        </p:nvCxnSpPr>
        <p:spPr>
          <a:xfrm flipH="1">
            <a:off x="18756805" y="2179046"/>
            <a:ext cx="778231" cy="1340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Gerade Verbindung mit Pfeil 187">
            <a:extLst>
              <a:ext uri="{FF2B5EF4-FFF2-40B4-BE49-F238E27FC236}">
                <a16:creationId xmlns:a16="http://schemas.microsoft.com/office/drawing/2014/main" id="{28D9E3CD-1B76-4100-3A61-CA6718AB7B75}"/>
              </a:ext>
            </a:extLst>
          </p:cNvPr>
          <p:cNvCxnSpPr>
            <a:endCxn id="35" idx="3"/>
          </p:cNvCxnSpPr>
          <p:nvPr/>
        </p:nvCxnSpPr>
        <p:spPr>
          <a:xfrm flipH="1">
            <a:off x="8118444" y="2695382"/>
            <a:ext cx="13608305" cy="18315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Rechteck 188">
            <a:extLst>
              <a:ext uri="{FF2B5EF4-FFF2-40B4-BE49-F238E27FC236}">
                <a16:creationId xmlns:a16="http://schemas.microsoft.com/office/drawing/2014/main" id="{53D88035-E466-80F1-8FAD-0724AB3128A8}"/>
              </a:ext>
            </a:extLst>
          </p:cNvPr>
          <p:cNvSpPr/>
          <p:nvPr/>
        </p:nvSpPr>
        <p:spPr>
          <a:xfrm>
            <a:off x="6389615" y="-1498602"/>
            <a:ext cx="2612092" cy="6427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ysClr val="windowText" lastClr="000000"/>
                </a:solidFill>
              </a:rPr>
              <a:t>Helpers.game_helper</a:t>
            </a:r>
            <a:endParaRPr lang="de-CH" dirty="0">
              <a:solidFill>
                <a:sysClr val="windowText" lastClr="000000"/>
              </a:solidFill>
            </a:endParaRPr>
          </a:p>
        </p:txBody>
      </p:sp>
      <p:cxnSp>
        <p:nvCxnSpPr>
          <p:cNvPr id="191" name="Gerade Verbindung mit Pfeil 190">
            <a:extLst>
              <a:ext uri="{FF2B5EF4-FFF2-40B4-BE49-F238E27FC236}">
                <a16:creationId xmlns:a16="http://schemas.microsoft.com/office/drawing/2014/main" id="{D082AF49-C5E7-DEDD-4756-0F66CEAA6174}"/>
              </a:ext>
            </a:extLst>
          </p:cNvPr>
          <p:cNvCxnSpPr>
            <a:stCxn id="189" idx="1"/>
            <a:endCxn id="17" idx="3"/>
          </p:cNvCxnSpPr>
          <p:nvPr/>
        </p:nvCxnSpPr>
        <p:spPr>
          <a:xfrm flipH="1">
            <a:off x="5307575" y="-1177204"/>
            <a:ext cx="1082040" cy="2238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Gerade Verbindung mit Pfeil 192">
            <a:extLst>
              <a:ext uri="{FF2B5EF4-FFF2-40B4-BE49-F238E27FC236}">
                <a16:creationId xmlns:a16="http://schemas.microsoft.com/office/drawing/2014/main" id="{AA657D0F-01BF-DC8D-7588-742FC7A072B6}"/>
              </a:ext>
            </a:extLst>
          </p:cNvPr>
          <p:cNvCxnSpPr>
            <a:stCxn id="189" idx="1"/>
            <a:endCxn id="23" idx="3"/>
          </p:cNvCxnSpPr>
          <p:nvPr/>
        </p:nvCxnSpPr>
        <p:spPr>
          <a:xfrm flipH="1">
            <a:off x="3101414" y="-1177204"/>
            <a:ext cx="3288201" cy="798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Gerade Verbindung mit Pfeil 199">
            <a:extLst>
              <a:ext uri="{FF2B5EF4-FFF2-40B4-BE49-F238E27FC236}">
                <a16:creationId xmlns:a16="http://schemas.microsoft.com/office/drawing/2014/main" id="{6B1A2ED9-2AC5-1F37-740E-F63FF1A2A652}"/>
              </a:ext>
            </a:extLst>
          </p:cNvPr>
          <p:cNvCxnSpPr>
            <a:stCxn id="35" idx="1"/>
            <a:endCxn id="17" idx="3"/>
          </p:cNvCxnSpPr>
          <p:nvPr/>
        </p:nvCxnSpPr>
        <p:spPr>
          <a:xfrm flipH="1" flipV="1">
            <a:off x="5307575" y="1061109"/>
            <a:ext cx="788425" cy="3465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Gerade Verbindung mit Pfeil 201">
            <a:extLst>
              <a:ext uri="{FF2B5EF4-FFF2-40B4-BE49-F238E27FC236}">
                <a16:creationId xmlns:a16="http://schemas.microsoft.com/office/drawing/2014/main" id="{D3C36F62-1E17-2A05-0F7B-61CA2457EF90}"/>
              </a:ext>
            </a:extLst>
          </p:cNvPr>
          <p:cNvCxnSpPr>
            <a:stCxn id="35" idx="1"/>
            <a:endCxn id="26" idx="3"/>
          </p:cNvCxnSpPr>
          <p:nvPr/>
        </p:nvCxnSpPr>
        <p:spPr>
          <a:xfrm flipH="1" flipV="1">
            <a:off x="3101414" y="1057233"/>
            <a:ext cx="2994586" cy="34697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Gerade Verbindung mit Pfeil 204">
            <a:extLst>
              <a:ext uri="{FF2B5EF4-FFF2-40B4-BE49-F238E27FC236}">
                <a16:creationId xmlns:a16="http://schemas.microsoft.com/office/drawing/2014/main" id="{2727BE41-71E2-0F02-CFE2-9A24BF4367B4}"/>
              </a:ext>
            </a:extLst>
          </p:cNvPr>
          <p:cNvCxnSpPr>
            <a:stCxn id="35" idx="1"/>
            <a:endCxn id="93" idx="3"/>
          </p:cNvCxnSpPr>
          <p:nvPr/>
        </p:nvCxnSpPr>
        <p:spPr>
          <a:xfrm flipH="1" flipV="1">
            <a:off x="3423705" y="4038309"/>
            <a:ext cx="2672295" cy="488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117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1EA10CAB-B40F-AEA0-E435-FAC47DE3EB33}"/>
              </a:ext>
            </a:extLst>
          </p:cNvPr>
          <p:cNvSpPr/>
          <p:nvPr/>
        </p:nvSpPr>
        <p:spPr>
          <a:xfrm>
            <a:off x="-5157882" y="-7081941"/>
            <a:ext cx="25205608" cy="2070673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6B48351-7354-47EE-8305-2ACA0F60C1FF}"/>
              </a:ext>
            </a:extLst>
          </p:cNvPr>
          <p:cNvSpPr/>
          <p:nvPr/>
        </p:nvSpPr>
        <p:spPr>
          <a:xfrm>
            <a:off x="-2891853" y="2950028"/>
            <a:ext cx="2022444" cy="6427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ysClr val="windowText" lastClr="000000"/>
                </a:solidFill>
              </a:rPr>
              <a:t>TreePlayer</a:t>
            </a:r>
            <a:endParaRPr lang="de-CH" dirty="0">
              <a:solidFill>
                <a:sysClr val="windowText" lastClr="000000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9F1C1D3-439A-3B21-FD83-5F44C2A33001}"/>
              </a:ext>
            </a:extLst>
          </p:cNvPr>
          <p:cNvSpPr/>
          <p:nvPr/>
        </p:nvSpPr>
        <p:spPr>
          <a:xfrm>
            <a:off x="0" y="2491588"/>
            <a:ext cx="2022444" cy="6427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ysClr val="windowText" lastClr="000000"/>
                </a:solidFill>
              </a:rPr>
              <a:t>JassStrategy</a:t>
            </a:r>
            <a:endParaRPr lang="de-CH" dirty="0">
              <a:solidFill>
                <a:sysClr val="windowText" lastClr="000000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9FE3E29-2282-61E1-2610-ED3859F25F06}"/>
              </a:ext>
            </a:extLst>
          </p:cNvPr>
          <p:cNvSpPr/>
          <p:nvPr/>
        </p:nvSpPr>
        <p:spPr>
          <a:xfrm>
            <a:off x="0" y="3723617"/>
            <a:ext cx="2022444" cy="6427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ysClr val="windowText" lastClr="000000"/>
                </a:solidFill>
              </a:rPr>
              <a:t>BasePlayer</a:t>
            </a:r>
            <a:endParaRPr lang="de-CH" dirty="0">
              <a:solidFill>
                <a:sysClr val="windowText" lastClr="000000"/>
              </a:solidFill>
            </a:endParaRP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F8529BF1-63A3-9705-030D-C5DBA19E0D64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-869409" y="3271426"/>
            <a:ext cx="869409" cy="7735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23ACB8A-CFD4-C328-A041-EC80F7EA668A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-869409" y="2812986"/>
            <a:ext cx="869409" cy="458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CEB41FFD-57F1-6ACD-DFB5-28F9563F633A}"/>
              </a:ext>
            </a:extLst>
          </p:cNvPr>
          <p:cNvSpPr/>
          <p:nvPr/>
        </p:nvSpPr>
        <p:spPr>
          <a:xfrm>
            <a:off x="2891853" y="1292134"/>
            <a:ext cx="2022444" cy="6427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ysClr val="windowText" lastClr="000000"/>
                </a:solidFill>
              </a:rPr>
              <a:t>Mode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5FFD7006-A6AB-A2A7-D711-256C02C421DE}"/>
              </a:ext>
            </a:extLst>
          </p:cNvPr>
          <p:cNvCxnSpPr>
            <a:cxnSpLocks/>
            <a:stCxn id="6" idx="3"/>
            <a:endCxn id="18" idx="1"/>
          </p:cNvCxnSpPr>
          <p:nvPr/>
        </p:nvCxnSpPr>
        <p:spPr>
          <a:xfrm flipV="1">
            <a:off x="2022444" y="1613532"/>
            <a:ext cx="869409" cy="11994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500B304F-A0DE-C0FE-4C38-B787AD42FF25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011222" y="3134384"/>
            <a:ext cx="0" cy="589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hteck 25">
            <a:extLst>
              <a:ext uri="{FF2B5EF4-FFF2-40B4-BE49-F238E27FC236}">
                <a16:creationId xmlns:a16="http://schemas.microsoft.com/office/drawing/2014/main" id="{3AEECFD7-F336-7FA7-CEF1-C640A6508323}"/>
              </a:ext>
            </a:extLst>
          </p:cNvPr>
          <p:cNvSpPr/>
          <p:nvPr/>
        </p:nvSpPr>
        <p:spPr>
          <a:xfrm>
            <a:off x="6757180" y="1174143"/>
            <a:ext cx="2022444" cy="6427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ysClr val="windowText" lastClr="000000"/>
                </a:solidFill>
              </a:rPr>
              <a:t>TrumpfColorMode</a:t>
            </a:r>
            <a:endParaRPr lang="de-CH" dirty="0">
              <a:solidFill>
                <a:sysClr val="windowText" lastClr="000000"/>
              </a:solidFill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937B648F-19E2-B289-566F-C425D0996835}"/>
              </a:ext>
            </a:extLst>
          </p:cNvPr>
          <p:cNvSpPr/>
          <p:nvPr/>
        </p:nvSpPr>
        <p:spPr>
          <a:xfrm>
            <a:off x="6757180" y="2111555"/>
            <a:ext cx="2022444" cy="6427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ysClr val="windowText" lastClr="000000"/>
                </a:solidFill>
              </a:rPr>
              <a:t>TopDownMode</a:t>
            </a:r>
            <a:endParaRPr lang="de-CH" dirty="0">
              <a:solidFill>
                <a:sysClr val="windowText" lastClr="000000"/>
              </a:solidFill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56F2F5DC-850F-2BB1-4FFA-3FABDBD979A6}"/>
              </a:ext>
            </a:extLst>
          </p:cNvPr>
          <p:cNvSpPr/>
          <p:nvPr/>
        </p:nvSpPr>
        <p:spPr>
          <a:xfrm>
            <a:off x="6757180" y="3048967"/>
            <a:ext cx="2022444" cy="6427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ysClr val="windowText" lastClr="000000"/>
                </a:solidFill>
              </a:rPr>
              <a:t>BottomUpMode</a:t>
            </a:r>
            <a:endParaRPr lang="de-CH" dirty="0">
              <a:solidFill>
                <a:sysClr val="windowText" lastClr="000000"/>
              </a:solidFill>
            </a:endParaRP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365C0BC3-E05B-D0C9-B7AB-11D835C66591}"/>
              </a:ext>
            </a:extLst>
          </p:cNvPr>
          <p:cNvCxnSpPr>
            <a:cxnSpLocks/>
            <a:stCxn id="6" idx="3"/>
            <a:endCxn id="26" idx="1"/>
          </p:cNvCxnSpPr>
          <p:nvPr/>
        </p:nvCxnSpPr>
        <p:spPr>
          <a:xfrm flipV="1">
            <a:off x="2022444" y="1495541"/>
            <a:ext cx="4734736" cy="1317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D5BC0812-8CCA-F17B-0839-E2B3B5E1C98A}"/>
              </a:ext>
            </a:extLst>
          </p:cNvPr>
          <p:cNvCxnSpPr>
            <a:cxnSpLocks/>
            <a:stCxn id="6" idx="3"/>
            <a:endCxn id="30" idx="1"/>
          </p:cNvCxnSpPr>
          <p:nvPr/>
        </p:nvCxnSpPr>
        <p:spPr>
          <a:xfrm flipV="1">
            <a:off x="2022444" y="2432953"/>
            <a:ext cx="4734736" cy="380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E4F24DB3-69A8-BE3F-79A1-DFE9C90BFFDD}"/>
              </a:ext>
            </a:extLst>
          </p:cNvPr>
          <p:cNvCxnSpPr>
            <a:cxnSpLocks/>
            <a:stCxn id="6" idx="3"/>
            <a:endCxn id="31" idx="1"/>
          </p:cNvCxnSpPr>
          <p:nvPr/>
        </p:nvCxnSpPr>
        <p:spPr>
          <a:xfrm>
            <a:off x="2022444" y="2812986"/>
            <a:ext cx="4734736" cy="557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7A873D27-F4CA-C5DE-F504-65753BBE4382}"/>
              </a:ext>
            </a:extLst>
          </p:cNvPr>
          <p:cNvCxnSpPr>
            <a:cxnSpLocks/>
            <a:stCxn id="31" idx="1"/>
            <a:endCxn id="18" idx="3"/>
          </p:cNvCxnSpPr>
          <p:nvPr/>
        </p:nvCxnSpPr>
        <p:spPr>
          <a:xfrm flipH="1" flipV="1">
            <a:off x="4914297" y="1613532"/>
            <a:ext cx="1842883" cy="1756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F73B6EAD-6567-78A8-8CA1-D36DF697E686}"/>
              </a:ext>
            </a:extLst>
          </p:cNvPr>
          <p:cNvCxnSpPr>
            <a:cxnSpLocks/>
            <a:stCxn id="30" idx="1"/>
            <a:endCxn id="18" idx="3"/>
          </p:cNvCxnSpPr>
          <p:nvPr/>
        </p:nvCxnSpPr>
        <p:spPr>
          <a:xfrm flipH="1" flipV="1">
            <a:off x="4914297" y="1613532"/>
            <a:ext cx="1842883" cy="819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C776AD15-FAA1-D0FF-F8EF-AC4ED53E6B6F}"/>
              </a:ext>
            </a:extLst>
          </p:cNvPr>
          <p:cNvCxnSpPr>
            <a:cxnSpLocks/>
            <a:stCxn id="26" idx="1"/>
            <a:endCxn id="18" idx="3"/>
          </p:cNvCxnSpPr>
          <p:nvPr/>
        </p:nvCxnSpPr>
        <p:spPr>
          <a:xfrm flipH="1">
            <a:off x="4914297" y="1495541"/>
            <a:ext cx="1842883" cy="1179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hteck 53">
            <a:extLst>
              <a:ext uri="{FF2B5EF4-FFF2-40B4-BE49-F238E27FC236}">
                <a16:creationId xmlns:a16="http://schemas.microsoft.com/office/drawing/2014/main" id="{001E1470-FFC7-A4B6-31D3-D4A7468E4D3A}"/>
              </a:ext>
            </a:extLst>
          </p:cNvPr>
          <p:cNvSpPr/>
          <p:nvPr/>
        </p:nvSpPr>
        <p:spPr>
          <a:xfrm>
            <a:off x="2891853" y="3723616"/>
            <a:ext cx="2022444" cy="6427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ysClr val="windowText" lastClr="000000"/>
                </a:solidFill>
              </a:rPr>
              <a:t>CardCounter</a:t>
            </a:r>
            <a:endParaRPr lang="de-CH" dirty="0">
              <a:solidFill>
                <a:sysClr val="windowText" lastClr="000000"/>
              </a:solidFill>
            </a:endParaRP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E33CCABA-18BC-9FF4-19CF-C43822028F19}"/>
              </a:ext>
            </a:extLst>
          </p:cNvPr>
          <p:cNvCxnSpPr>
            <a:cxnSpLocks/>
            <a:stCxn id="6" idx="3"/>
            <a:endCxn id="54" idx="1"/>
          </p:cNvCxnSpPr>
          <p:nvPr/>
        </p:nvCxnSpPr>
        <p:spPr>
          <a:xfrm>
            <a:off x="2022444" y="2812986"/>
            <a:ext cx="869409" cy="1232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4328A5D0-3263-E0B6-C95B-58DA55C5CFC2}"/>
              </a:ext>
            </a:extLst>
          </p:cNvPr>
          <p:cNvCxnSpPr>
            <a:cxnSpLocks/>
            <a:stCxn id="54" idx="3"/>
            <a:endCxn id="26" idx="1"/>
          </p:cNvCxnSpPr>
          <p:nvPr/>
        </p:nvCxnSpPr>
        <p:spPr>
          <a:xfrm flipV="1">
            <a:off x="4914297" y="1495541"/>
            <a:ext cx="1842883" cy="2549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Gerade Verbindung mit Pfeil 98">
            <a:extLst>
              <a:ext uri="{FF2B5EF4-FFF2-40B4-BE49-F238E27FC236}">
                <a16:creationId xmlns:a16="http://schemas.microsoft.com/office/drawing/2014/main" id="{511041B6-1455-8DB3-7045-C2278505B0AD}"/>
              </a:ext>
            </a:extLst>
          </p:cNvPr>
          <p:cNvCxnSpPr>
            <a:cxnSpLocks/>
            <a:stCxn id="54" idx="3"/>
            <a:endCxn id="30" idx="1"/>
          </p:cNvCxnSpPr>
          <p:nvPr/>
        </p:nvCxnSpPr>
        <p:spPr>
          <a:xfrm flipV="1">
            <a:off x="4914297" y="2432953"/>
            <a:ext cx="1842883" cy="1612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mit Pfeil 99">
            <a:extLst>
              <a:ext uri="{FF2B5EF4-FFF2-40B4-BE49-F238E27FC236}">
                <a16:creationId xmlns:a16="http://schemas.microsoft.com/office/drawing/2014/main" id="{A206EC36-7C75-6AF2-9953-BA371178272B}"/>
              </a:ext>
            </a:extLst>
          </p:cNvPr>
          <p:cNvCxnSpPr>
            <a:cxnSpLocks/>
            <a:stCxn id="54" idx="3"/>
            <a:endCxn id="31" idx="1"/>
          </p:cNvCxnSpPr>
          <p:nvPr/>
        </p:nvCxnSpPr>
        <p:spPr>
          <a:xfrm flipV="1">
            <a:off x="4914297" y="3370365"/>
            <a:ext cx="1842883" cy="6746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04C2AC17-B76C-D98F-8E3A-0BE3DB2977F7}"/>
              </a:ext>
            </a:extLst>
          </p:cNvPr>
          <p:cNvCxnSpPr>
            <a:cxnSpLocks/>
            <a:stCxn id="26" idx="1"/>
            <a:endCxn id="54" idx="3"/>
          </p:cNvCxnSpPr>
          <p:nvPr/>
        </p:nvCxnSpPr>
        <p:spPr>
          <a:xfrm flipH="1">
            <a:off x="4914297" y="1495541"/>
            <a:ext cx="1842883" cy="2549473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Gerade Verbindung mit Pfeil 109">
            <a:extLst>
              <a:ext uri="{FF2B5EF4-FFF2-40B4-BE49-F238E27FC236}">
                <a16:creationId xmlns:a16="http://schemas.microsoft.com/office/drawing/2014/main" id="{DEBDB407-BCEB-86F0-A635-48EA7E8EE8AE}"/>
              </a:ext>
            </a:extLst>
          </p:cNvPr>
          <p:cNvCxnSpPr>
            <a:cxnSpLocks/>
            <a:endCxn id="54" idx="3"/>
          </p:cNvCxnSpPr>
          <p:nvPr/>
        </p:nvCxnSpPr>
        <p:spPr>
          <a:xfrm flipH="1">
            <a:off x="4914297" y="2432953"/>
            <a:ext cx="1842883" cy="1612061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Gerade Verbindung mit Pfeil 110">
            <a:extLst>
              <a:ext uri="{FF2B5EF4-FFF2-40B4-BE49-F238E27FC236}">
                <a16:creationId xmlns:a16="http://schemas.microsoft.com/office/drawing/2014/main" id="{BA81944C-0536-CB64-2659-B4881A6F303D}"/>
              </a:ext>
            </a:extLst>
          </p:cNvPr>
          <p:cNvCxnSpPr>
            <a:cxnSpLocks/>
            <a:stCxn id="31" idx="1"/>
            <a:endCxn id="54" idx="3"/>
          </p:cNvCxnSpPr>
          <p:nvPr/>
        </p:nvCxnSpPr>
        <p:spPr>
          <a:xfrm flipH="1">
            <a:off x="4914297" y="3370365"/>
            <a:ext cx="1842883" cy="674649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467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Office PowerPoint</Application>
  <PresentationFormat>Breitbild</PresentationFormat>
  <Paragraphs>28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Descriptions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Durrer, Jan</dc:creator>
  <cp:lastModifiedBy>Durrer, Jan</cp:lastModifiedBy>
  <cp:revision>12</cp:revision>
  <dcterms:created xsi:type="dcterms:W3CDTF">2025-10-22T18:46:42Z</dcterms:created>
  <dcterms:modified xsi:type="dcterms:W3CDTF">2025-11-19T15:21:05Z</dcterms:modified>
</cp:coreProperties>
</file>